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7469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/>
              <a:t>Team Members,</a:t>
            </a:r>
            <a:endParaRPr lang="en-US" dirty="0"/>
          </a:p>
          <a:p>
            <a:pPr algn="l"/>
            <a:r>
              <a:rPr lang="sv-SE" dirty="0"/>
              <a:t>MEERA G</a:t>
            </a:r>
          </a:p>
          <a:p>
            <a:pPr algn="l"/>
            <a:r>
              <a:rPr lang="sv-SE" dirty="0"/>
              <a:t>ARYA MOHAN G</a:t>
            </a:r>
          </a:p>
          <a:p>
            <a:pPr algn="l"/>
            <a:r>
              <a:rPr lang="sv-SE" dirty="0"/>
              <a:t>REHAN BIJU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r>
              <a:t>Goal: Build a binary fraud detection system on the Kaggle dataset.</a:t>
            </a:r>
          </a:p>
          <a:p>
            <a:r>
              <a:t>Production Objective: Reduce False Negatives (missed fraud) while managing False Positives.</a:t>
            </a:r>
          </a:p>
          <a:p>
            <a:r>
              <a:t>Models Evaluated:</a:t>
            </a:r>
          </a:p>
          <a:p>
            <a:pPr lvl="1"/>
            <a:r>
              <a:t>Decision Tree (SMOTE + Class Weight)</a:t>
            </a:r>
          </a:p>
          <a:p>
            <a:pPr lvl="1"/>
            <a:r>
              <a:t>XGBoost (Scale Pos Weight, no SMOTE)</a:t>
            </a:r>
          </a:p>
          <a:p>
            <a:pPr lvl="1"/>
            <a:r>
              <a:t>TensorFlow MLP (SMOTE + Class Weight)</a:t>
            </a:r>
          </a:p>
          <a:p>
            <a:r>
              <a:t>Evaluation Criteria: Cost-based objective, PR-AUC, Precision, Recall, F1.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Leakage-Safe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Strict separation of concerns to avoid data leakage:</a:t>
            </a:r>
          </a:p>
          <a:p>
            <a:pPr lvl="1"/>
            <a:r>
              <a:rPr dirty="0"/>
              <a:t>Train/test split performed before any resampling.</a:t>
            </a:r>
          </a:p>
          <a:p>
            <a:pPr lvl="1"/>
            <a:r>
              <a:rPr dirty="0"/>
              <a:t>Validation split created exclusively from training data.</a:t>
            </a:r>
          </a:p>
          <a:p>
            <a:pPr lvl="1"/>
            <a:r>
              <a:rPr dirty="0" err="1"/>
              <a:t>StandardScaler</a:t>
            </a:r>
            <a:r>
              <a:rPr dirty="0"/>
              <a:t> fit strictly on training data only.</a:t>
            </a:r>
          </a:p>
          <a:p>
            <a:pPr lvl="1"/>
            <a:r>
              <a:rPr dirty="0"/>
              <a:t>SMOTE oversampling applied ONLY on the training split.</a:t>
            </a:r>
          </a:p>
          <a:p>
            <a:pPr lvl="1"/>
            <a:r>
              <a:rPr dirty="0"/>
              <a:t>Decision thresholds tuned on validation data, evaluated once on test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Cost-Sensitive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dirty="0"/>
              <a:t>Traditional metrics (accuracy) are misleading for highly imbalanced fraud data.</a:t>
            </a:r>
          </a:p>
          <a:p>
            <a:r>
              <a:rPr dirty="0"/>
              <a:t>Cost-based objective function implemented:</a:t>
            </a:r>
          </a:p>
          <a:p>
            <a:pPr lvl="1"/>
            <a:r>
              <a:rPr dirty="0"/>
              <a:t>Total Cost = (FN * </a:t>
            </a:r>
            <a:r>
              <a:rPr dirty="0" err="1"/>
              <a:t>Cost_FN</a:t>
            </a:r>
            <a:r>
              <a:rPr dirty="0"/>
              <a:t>) + (FP * </a:t>
            </a:r>
            <a:r>
              <a:rPr dirty="0" err="1"/>
              <a:t>Cost_FP</a:t>
            </a:r>
            <a:r>
              <a:rPr dirty="0"/>
              <a:t>)</a:t>
            </a:r>
          </a:p>
          <a:p>
            <a:pPr lvl="1"/>
            <a:r>
              <a:rPr dirty="0"/>
              <a:t>Default Costs: False Negative = $10.0, False Positive = $1.0</a:t>
            </a:r>
          </a:p>
          <a:p>
            <a:r>
              <a:rPr dirty="0"/>
              <a:t>Threshold Tuning:</a:t>
            </a:r>
          </a:p>
          <a:p>
            <a:pPr lvl="1"/>
            <a:r>
              <a:rPr dirty="0"/>
              <a:t>Thresholds dynamically optimized to minimize the total cost.</a:t>
            </a:r>
          </a:p>
          <a:p>
            <a:pPr lvl="1"/>
            <a:r>
              <a:rPr dirty="0"/>
              <a:t>Significantly reduces missed frauds compared to default 0.5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dirty="0"/>
              <a:t>Interactive web application (app.py) built for real-time predictions.</a:t>
            </a:r>
          </a:p>
          <a:p>
            <a:r>
              <a:rPr dirty="0"/>
              <a:t>Key Features:</a:t>
            </a:r>
          </a:p>
          <a:p>
            <a:pPr lvl="1"/>
            <a:r>
              <a:rPr dirty="0"/>
              <a:t>Manual transaction input via form fields.</a:t>
            </a:r>
          </a:p>
          <a:p>
            <a:pPr lvl="1"/>
            <a:r>
              <a:rPr dirty="0"/>
              <a:t>Batch CSV upload for large-scale predictions.</a:t>
            </a:r>
          </a:p>
          <a:p>
            <a:pPr lvl="1"/>
            <a:r>
              <a:rPr dirty="0"/>
              <a:t>Probability scoring and customizable decision thresholds.</a:t>
            </a:r>
          </a:p>
          <a:p>
            <a:pPr lvl="1"/>
            <a:r>
              <a:rPr dirty="0"/>
              <a:t>Feature importance visualizations (Tree-based models).</a:t>
            </a:r>
          </a:p>
          <a:p>
            <a:pPr lvl="1"/>
            <a:r>
              <a:rPr dirty="0"/>
              <a:t>Threshold-aware predictions with confidence indicators.</a:t>
            </a:r>
          </a:p>
          <a:p>
            <a:pPr lvl="1"/>
            <a:r>
              <a:rPr dirty="0"/>
              <a:t>Downloadable prediction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dirty="0"/>
              <a:t>Cross-validated threshold tuning to reduce variance.</a:t>
            </a:r>
          </a:p>
          <a:p>
            <a:r>
              <a:rPr dirty="0"/>
              <a:t>Probability calibration (Platt scaling / Isotonic regression).</a:t>
            </a:r>
          </a:p>
          <a:p>
            <a:r>
              <a:rPr dirty="0"/>
              <a:t>Drift monitoring (feature drift + fraud-rate drift).</a:t>
            </a:r>
          </a:p>
          <a:p>
            <a:r>
              <a:rPr dirty="0"/>
              <a:t>Temporal validation split for real-world simulation.</a:t>
            </a:r>
          </a:p>
          <a:p>
            <a:r>
              <a:rPr dirty="0"/>
              <a:t>Model Explainability (e.g., SHAP for </a:t>
            </a:r>
            <a:r>
              <a:rPr dirty="0" err="1"/>
              <a:t>XGBoost</a:t>
            </a:r>
            <a:r>
              <a:rPr dirty="0"/>
              <a:t>).</a:t>
            </a:r>
          </a:p>
          <a:p>
            <a:r>
              <a:rPr dirty="0"/>
              <a:t>API Service Layer (</a:t>
            </a:r>
            <a:r>
              <a:rPr dirty="0" err="1"/>
              <a:t>FastAPI</a:t>
            </a:r>
            <a:r>
              <a:rPr dirty="0"/>
              <a:t>) for low-latency scoring.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330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Credit Card Fraud Detection System</vt:lpstr>
      <vt:lpstr>Project Overview</vt:lpstr>
      <vt:lpstr>Leakage-Safe Pipeline</vt:lpstr>
      <vt:lpstr>Cost-Sensitive Optimization</vt:lpstr>
      <vt:lpstr>Streamlit Deployment</vt:lpstr>
      <vt:lpstr>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Rehan Biju</cp:lastModifiedBy>
  <cp:revision>2</cp:revision>
  <dcterms:created xsi:type="dcterms:W3CDTF">2013-01-27T09:14:16Z</dcterms:created>
  <dcterms:modified xsi:type="dcterms:W3CDTF">2026-05-10T05:39:57Z</dcterms:modified>
  <cp:category/>
</cp:coreProperties>
</file>